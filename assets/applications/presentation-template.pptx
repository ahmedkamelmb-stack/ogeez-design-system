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Oswald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Oswald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Oswa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28b6985eaaa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28b6985eaa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28b6985eaa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28b6985eaa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8b6985eaaa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8b6985eaaa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28b6985eaaa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28b6985eaaa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8b6985eaaa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8b6985eaaa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8b6985eaaa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8b6985eaaa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8b6985eaaa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8b6985eaaa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28b6985eaaa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28b6985eaaa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28b6985eaaa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28b6985eaaa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8b6985eaaa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8b6985eaaa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swald"/>
              <a:ea typeface="Oswald"/>
              <a:cs typeface="Oswald"/>
              <a:sym typeface="Oswa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3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3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